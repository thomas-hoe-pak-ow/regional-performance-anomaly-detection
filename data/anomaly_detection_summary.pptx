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61" autoAdjust="0"/>
    <p:restoredTop sz="94660"/>
  </p:normalViewPr>
  <p:slideViewPr>
    <p:cSldViewPr snapToGrid="0">
      <p:cViewPr varScale="1">
        <p:scale>
          <a:sx n="76" d="100"/>
          <a:sy n="76" d="100"/>
        </p:scale>
        <p:origin x="46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microsoft.com/office/2016/11/relationships/changesInfo" Target="changesInfos/changesInfo1.xml"/><Relationship Id="rId8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as Hoe" userId="5ab09498c29fe2eb" providerId="LiveId" clId="{C9C82A5D-B877-4EFD-9497-F73431ACD859}"/>
    <pc:docChg chg="custSel modSld">
      <pc:chgData name="Thomas Hoe" userId="5ab09498c29fe2eb" providerId="LiveId" clId="{C9C82A5D-B877-4EFD-9497-F73431ACD859}" dt="2026-09-30T06:27:19.264" v="0" actId="478"/>
      <pc:docMkLst>
        <pc:docMk/>
      </pc:docMkLst>
      <pc:sldChg chg="addSp delSp modSp mod">
        <pc:chgData name="Thomas Hoe" userId="5ab09498c29fe2eb" providerId="LiveId" clId="{C9C82A5D-B877-4EFD-9497-F73431ACD859}" dt="2026-09-30T06:27:19.264" v="0" actId="478"/>
        <pc:sldMkLst>
          <pc:docMk/>
          <pc:sldMk cId="4052130581" sldId="256"/>
        </pc:sldMkLst>
        <pc:spChg chg="add mod">
          <ac:chgData name="Thomas Hoe" userId="5ab09498c29fe2eb" providerId="LiveId" clId="{C9C82A5D-B877-4EFD-9497-F73431ACD859}" dt="2026-09-30T06:27:19.264" v="0" actId="478"/>
          <ac:spMkLst>
            <pc:docMk/>
            <pc:sldMk cId="4052130581" sldId="256"/>
            <ac:spMk id="3" creationId="{FBE32540-F9D7-BF54-E16F-343300C18343}"/>
          </ac:spMkLst>
        </pc:spChg>
        <pc:spChg chg="del">
          <ac:chgData name="Thomas Hoe" userId="5ab09498c29fe2eb" providerId="LiveId" clId="{C9C82A5D-B877-4EFD-9497-F73431ACD859}" dt="2026-09-30T06:27:19.264" v="0" actId="478"/>
          <ac:spMkLst>
            <pc:docMk/>
            <pc:sldMk cId="4052130581" sldId="256"/>
            <ac:spMk id="4" creationId="{B56232CB-E0A8-3310-2268-526549E9E216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1A441-8057-AF95-CBD4-5CA10421E9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BF0410-B15D-8B22-EEDF-142DDBDD98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4C795C-CF53-C79D-BA52-F8239B4B9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D827-460A-4CC0-9996-363CE48C4331}" type="datetimeFigureOut">
              <a:rPr lang="en-SG" smtClean="0"/>
              <a:t>30/9/2026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BDD983-407C-D2AC-661F-5CF52D2CC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41FB77-F278-5EB0-EB12-F887AAD34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6C71D-D417-4804-B654-817200201C5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94364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7846C-FC72-5BEF-D5DF-9E62E997C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50A75-4602-4EA3-158B-5CF32EAE0D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F20053-E9BF-DBE0-3B24-A94DF111A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D827-460A-4CC0-9996-363CE48C4331}" type="datetimeFigureOut">
              <a:rPr lang="en-SG" smtClean="0"/>
              <a:t>30/9/2026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3447EA-6420-DB18-0DB6-0CFFBC0F8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E8C496-B202-DB5C-9392-193A374F6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6C71D-D417-4804-B654-817200201C5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05287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52C78-B455-1778-29AC-03DAEC5EA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DCDB55-2FBC-A525-09CF-7F9EEF48C9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034C8F-A747-C123-EB6A-EEB6D2DA9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D827-460A-4CC0-9996-363CE48C4331}" type="datetimeFigureOut">
              <a:rPr lang="en-SG" smtClean="0"/>
              <a:t>30/9/2026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28F4C1-4905-6D25-FF2C-B26E150CD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1FF52-9EF0-906F-6FBF-AD1662D6D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6C71D-D417-4804-B654-817200201C5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82801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CA747-4281-48BC-861A-9F31844B4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B7B1F-2F94-758C-72E8-6C7B662216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927675-B93E-1AF5-4FAE-5E1C534814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E86D1C-F8BF-0CBF-EE9D-6A4CF7615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D827-460A-4CC0-9996-363CE48C4331}" type="datetimeFigureOut">
              <a:rPr lang="en-SG" smtClean="0"/>
              <a:t>30/9/2026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3CE733-7BE2-7D3C-E1C4-A848A7A0C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270154-E7BD-84AA-B1E3-80BCA0BF3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6C71D-D417-4804-B654-817200201C5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16966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0B70-0FE8-36B3-2E80-5C0F8C33B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B3482D-0378-7DFF-CBE4-CA9759C6F6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A08601-3939-1CE4-5C46-98D84CED2E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2CCEC7-D2FB-B7C7-79EA-00AAC5B423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A982B0-F788-EB76-C07C-EC268811A2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AB4ECA-4D59-2D90-9280-EEB67840C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D827-460A-4CC0-9996-363CE48C4331}" type="datetimeFigureOut">
              <a:rPr lang="en-SG" smtClean="0"/>
              <a:t>30/9/2026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2C1AD7-9B48-3093-23C9-FD81735B2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4B8A1C-0050-2371-674E-70F5043F1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6C71D-D417-4804-B654-817200201C5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94688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74973-BF4C-9D33-F1A5-F9D701A86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276EEF-49F8-FF59-412F-F4C787C9D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D827-460A-4CC0-9996-363CE48C4331}" type="datetimeFigureOut">
              <a:rPr lang="en-SG" smtClean="0"/>
              <a:t>30/9/2026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5F14A4-75CF-4F44-8E62-21C13D1C4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AFF0AF-37F5-360A-9A7B-85077E50B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6C71D-D417-4804-B654-817200201C5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58399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8A64AB-3957-A8D7-BA55-83B5927C9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D827-460A-4CC0-9996-363CE48C4331}" type="datetimeFigureOut">
              <a:rPr lang="en-SG" smtClean="0"/>
              <a:t>30/9/2026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FD096F-4BE7-5694-2B77-816750B56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59DC0D-7BDA-A8A1-72C8-39ACE6D85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6C71D-D417-4804-B654-817200201C5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21383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8DED1-E10F-A1E9-DEE2-FA965E938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07AD8-A3E1-DE4B-0147-64F3D94E5E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7BC63E-CFC3-A7B2-FA96-8CF6EC78D7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E6756D-77F8-BB2C-E9B3-5213DF1A7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D827-460A-4CC0-9996-363CE48C4331}" type="datetimeFigureOut">
              <a:rPr lang="en-SG" smtClean="0"/>
              <a:t>30/9/2026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A22BD2-B4D0-0FC8-3BE1-8D9516C4C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F89615-18A0-0BF7-5C40-5ED663635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6C71D-D417-4804-B654-817200201C5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67559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844EC-9643-D173-AE27-F55ABFBF7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37D717-F31F-223F-6AC7-73C1C3B682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A3D106-34DE-590A-EA98-DB0EBDCE6C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C5D713-088E-8647-2F46-96029D497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D827-460A-4CC0-9996-363CE48C4331}" type="datetimeFigureOut">
              <a:rPr lang="en-SG" smtClean="0"/>
              <a:t>30/9/2026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42E23D-657E-50DC-D110-8485BD58B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37A209-143F-527A-DD86-1A5AC78E6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6C71D-D417-4804-B654-817200201C5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84194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2AFFB-2AF5-67E4-7F2E-EAB956482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9D5165-A2B1-2DB1-126A-8FD2F0503E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DF748D-6A03-BDF9-4CA2-8330AE0EC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D827-460A-4CC0-9996-363CE48C4331}" type="datetimeFigureOut">
              <a:rPr lang="en-SG" smtClean="0"/>
              <a:t>30/9/2026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A02CF5-1E61-BC7E-B8E8-4F2D9B553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6A6C7-64B3-6075-47F0-B88560DED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6C71D-D417-4804-B654-817200201C5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94892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524712-1330-3522-7FF7-53403BCF67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6BDECA-65F4-EAD9-0872-EDAA2976D4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ADACB9-F420-4DFC-2A1C-2C6883781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D827-460A-4CC0-9996-363CE48C4331}" type="datetimeFigureOut">
              <a:rPr lang="en-SG" smtClean="0"/>
              <a:t>30/9/2026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00741-74B7-626C-90B5-6B6D9111B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6D50C-77B4-447D-A0E9-7F12C5DB5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6C71D-D417-4804-B654-817200201C5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753637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E3FB47-23CD-5E77-3D46-834B5E3AB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EB0B6A-A470-3A33-1191-7C0B7591FA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509D3B-948F-356F-BBA9-C04B6C71B8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FFD827-460A-4CC0-9996-363CE48C4331}" type="datetimeFigureOut">
              <a:rPr lang="en-SG" smtClean="0"/>
              <a:t>30/9/2026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53E206-60BD-F735-C55A-7A020807AC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90E5DC-1FC0-F361-5827-2ED644B201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76C71D-D417-4804-B654-817200201C5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42514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Regional Performance Anomaly Detection — Key Findings</a:t>
            </a:r>
          </a:p>
        </p:txBody>
      </p:sp>
      <p:pic>
        <p:nvPicPr>
          <p:cNvPr id="5" name="Picture 4" descr="discount_by_categ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12064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Q1 (Region × Sub-Category margin): no statistical outliers detected — expected, since aggregation smooths extremes.</a:t>
            </a:r>
          </a:p>
          <a:p>
            <a:r>
              <a:rPr sz="1200"/>
              <a:t>Q2 (order-level discount): 703 of 9,994 orders (~7%) flagged as unusually high discount vs. their Category norm — in Office Supplies (70–80%) and Technology (70%).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88888"/>
                </a:solidFill>
              </a:rPr>
              <a:t>Source: Superstore Sales Dataset | Method: IQR-based outlier detection</a:t>
            </a:r>
          </a:p>
        </p:txBody>
      </p:sp>
    </p:spTree>
    <p:extLst>
      <p:ext uri="{BB962C8B-B14F-4D97-AF65-F5344CB8AC3E}">
        <p14:creationId xmlns:p14="http://schemas.microsoft.com/office/powerpoint/2010/main" val="4052130581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Regional Performance Anomaly Detection — Key Findings #2</a:t>
            </a:r>
          </a:p>
        </p:txBody>
      </p:sp>
      <p:pic>
        <p:nvPicPr>
          <p:cNvPr id="4" name="Picture 3" descr="profit_by_region_categ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12064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(Region × Category profit): no statistical outliers detected — similarly expected, since aggregation smooths extremes.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88888"/>
                </a:solidFill>
              </a:rPr>
              <a:t>Source: Superstore Sales Dataset | Method: IQR-based outlier detection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Hoe</dc:creator>
  <cp:lastModifiedBy>Thomas Hoe</cp:lastModifiedBy>
  <cp:revision>1</cp:revision>
  <dcterms:created xsi:type="dcterms:W3CDTF">2026-05-02T01:49:28Z</dcterms:created>
  <dcterms:modified xsi:type="dcterms:W3CDTF">2026-09-30T06:27:25Z</dcterms:modified>
</cp:coreProperties>
</file>