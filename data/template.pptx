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94660"/>
  </p:normalViewPr>
  <p:slideViewPr>
    <p:cSldViewPr snapToGrid="0">
      <p:cViewPr varScale="1">
        <p:scale>
          <a:sx n="76" d="100"/>
          <a:sy n="76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Hoe" userId="5ab09498c29fe2eb" providerId="LiveId" clId="{C9C82A5D-B877-4EFD-9497-F73431ACD859}"/>
    <pc:docChg chg="custSel modSld">
      <pc:chgData name="Thomas Hoe" userId="5ab09498c29fe2eb" providerId="LiveId" clId="{C9C82A5D-B877-4EFD-9497-F73431ACD859}" dt="2026-09-30T06:27:19.264" v="0" actId="478"/>
      <pc:docMkLst>
        <pc:docMk/>
      </pc:docMkLst>
      <pc:sldChg chg="addSp delSp modSp mod">
        <pc:chgData name="Thomas Hoe" userId="5ab09498c29fe2eb" providerId="LiveId" clId="{C9C82A5D-B877-4EFD-9497-F73431ACD859}" dt="2026-09-30T06:27:19.264" v="0" actId="478"/>
        <pc:sldMkLst>
          <pc:docMk/>
          <pc:sldMk cId="4052130581" sldId="256"/>
        </pc:sldMkLst>
        <pc:spChg chg="add mod">
          <ac:chgData name="Thomas Hoe" userId="5ab09498c29fe2eb" providerId="LiveId" clId="{C9C82A5D-B877-4EFD-9497-F73431ACD859}" dt="2026-09-30T06:27:19.264" v="0" actId="478"/>
          <ac:spMkLst>
            <pc:docMk/>
            <pc:sldMk cId="4052130581" sldId="256"/>
            <ac:spMk id="3" creationId="{FBE32540-F9D7-BF54-E16F-343300C18343}"/>
          </ac:spMkLst>
        </pc:spChg>
        <pc:spChg chg="del">
          <ac:chgData name="Thomas Hoe" userId="5ab09498c29fe2eb" providerId="LiveId" clId="{C9C82A5D-B877-4EFD-9497-F73431ACD859}" dt="2026-09-30T06:27:19.264" v="0" actId="478"/>
          <ac:spMkLst>
            <pc:docMk/>
            <pc:sldMk cId="4052130581" sldId="256"/>
            <ac:spMk id="4" creationId="{B56232CB-E0A8-3310-2268-526549E9E2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A441-8057-AF95-CBD4-5CA10421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F0410-B15D-8B22-EEDF-142DDBDD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C795C-CF53-C79D-BA52-F8239B4B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DD983-407C-D2AC-661F-5CF52D2C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1FB77-F278-5EB0-EB12-F887AAD3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436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846C-FC72-5BEF-D5DF-9E62E997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0A75-4602-4EA3-158B-5CF32EAE0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20053-E9BF-DBE0-3B24-A94DF111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47EA-6420-DB18-0DB6-0CFFBC0F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C496-B202-DB5C-9392-193A374F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528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2C78-B455-1778-29AC-03DAEC5E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CDB55-2FBC-A525-09CF-7F9EEF48C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4C8F-A747-C123-EB6A-EEB6D2DA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8F4C1-4905-6D25-FF2C-B26E150C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FF52-9EF0-906F-6FBF-AD1662D6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280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A747-4281-48BC-861A-9F31844B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7B1F-2F94-758C-72E8-6C7B66221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27675-B93E-1AF5-4FAE-5E1C53481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86D1C-F8BF-0CBF-EE9D-6A4CF761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CE733-7BE2-7D3C-E1C4-A848A7A0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0154-E7BD-84AA-B1E3-80BCA0BF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696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0B70-0FE8-36B3-2E80-5C0F8C33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482D-0378-7DFF-CBE4-CA9759C6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08601-3939-1CE4-5C46-98D84CED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CCEC7-D2FB-B7C7-79EA-00AAC5B42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982B0-F788-EB76-C07C-EC268811A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B4ECA-4D59-2D90-9280-EEB67840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C1AD7-9B48-3093-23C9-FD81735B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B8A1C-0050-2371-674E-70F5043F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468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4973-BF4C-9D33-F1A5-F9D701A8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76EEF-49F8-FF59-412F-F4C787C9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F14A4-75CF-4F44-8E62-21C13D1C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F0AF-37F5-360A-9A7B-85077E50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839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A64AB-3957-A8D7-BA55-83B5927C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096F-4BE7-5694-2B77-816750B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9DC0D-7BDA-A8A1-72C8-39ACE6D8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138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DED1-E10F-A1E9-DEE2-FA965E93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07AD8-A3E1-DE4B-0147-64F3D94E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BC63E-CFC3-A7B2-FA96-8CF6EC78D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6756D-77F8-BB2C-E9B3-5213DF1A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22BD2-B4D0-0FC8-3BE1-8D9516C4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89615-18A0-0BF7-5C40-5ED66363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755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44EC-9643-D173-AE27-F55ABFBF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7D717-F31F-223F-6AC7-73C1C3B68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D106-34DE-590A-EA98-DB0EBDCE6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5D713-088E-8647-2F46-96029D49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2E23D-657E-50DC-D110-8485BD58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A209-143F-527A-DD86-1A5AC78E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41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AFFB-2AF5-67E4-7F2E-EAB95648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D5165-A2B1-2DB1-126A-8FD2F050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F748D-6A03-BDF9-4CA2-8330AE0E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02CF5-1E61-BC7E-B8E8-4F2D9B55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A6C7-64B3-6075-47F0-B88560DE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489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24712-1330-3522-7FF7-53403BCF6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BDECA-65F4-EAD9-0872-EDAA2976D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ACB9-F420-4DFC-2A1C-2C688378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0741-74B7-626C-90B5-6B6D911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D50C-77B4-447D-A0E9-7F12C5DB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536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3FB47-23CD-5E77-3D46-834B5E3A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0B6A-A470-3A33-1191-7C0B7591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9D3B-948F-356F-BBA9-C04B6C71B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E206-60BD-F735-C55A-7A020807A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E5DC-1FC0-F361-5827-2ED644B20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251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E32540-F9D7-BF54-E16F-343300C1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213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Hoe</dc:creator>
  <cp:lastModifiedBy>Thomas Hoe</cp:lastModifiedBy>
  <cp:revision>1</cp:revision>
  <dcterms:created xsi:type="dcterms:W3CDTF">2026-05-02T01:49:28Z</dcterms:created>
  <dcterms:modified xsi:type="dcterms:W3CDTF">2026-09-30T06:27:25Z</dcterms:modified>
</cp:coreProperties>
</file>